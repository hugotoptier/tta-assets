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ogwalk_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2984" y="178308"/>
            <a:ext cx="6354744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11" b="0" i="1">
                <a:solidFill>
                  <a:srgbClr val="7E7E88"/>
                </a:solidFill>
                <a:latin typeface="Helvetica Neue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448" y="891540"/>
            <a:ext cx="6260600" cy="9601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223" b="1" i="0">
                <a:solidFill>
                  <a:srgbClr val="181822"/>
                </a:solidFill>
                <a:latin typeface="Helvetica Neue"/>
              </a:rPr>
              <a:t>A £2.4B UK dog-care market still run on text-message trust.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680" y="5431536"/>
            <a:ext cx="800227" cy="9601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718" b="1" i="0">
                <a:solidFill>
                  <a:srgbClr val="181822"/>
                </a:solidFill>
                <a:latin typeface="Helvetica Neue"/>
              </a:rPr>
              <a:t>12M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443" y="5582412"/>
            <a:ext cx="4236496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35" b="0" i="0">
                <a:solidFill>
                  <a:srgbClr val="181822"/>
                </a:solidFill>
                <a:latin typeface="Helvetica Neue"/>
              </a:rPr>
              <a:t>UK dogs in 60% dual-working households with no daytime cover.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5969" y="5829300"/>
            <a:ext cx="3706934" cy="9601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1111" b="0" i="1">
                <a:solidFill>
                  <a:srgbClr val="7E7E88"/>
                </a:solidFill>
                <a:latin typeface="Helvetica Neue"/>
              </a:rPr>
              <a:t>PDSA Animal Wellbeing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4809" y="1947672"/>
            <a:ext cx="2824330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82" b="1" i="0">
                <a:solidFill>
                  <a:srgbClr val="181822"/>
                </a:solidFill>
                <a:latin typeface="Helvetica Neue"/>
              </a:rPr>
              <a:t>Fragmented, unvetted supply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3041" y="2427732"/>
            <a:ext cx="4236496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35" b="0" i="0">
                <a:solidFill>
                  <a:srgbClr val="181822"/>
                </a:solidFill>
                <a:latin typeface="Helvetica Neue"/>
              </a:rPr>
              <a:t>60% of UK walkers operate informally, zero KYC checks.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3041" y="2976372"/>
            <a:ext cx="2824330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82" b="1" i="0">
                <a:solidFill>
                  <a:srgbClr val="181822"/>
                </a:solidFill>
                <a:latin typeface="Helvetica Neue"/>
              </a:rPr>
              <a:t>No proof of care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345" y="3264408"/>
            <a:ext cx="4236496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35" b="0" i="0">
                <a:solidFill>
                  <a:srgbClr val="181822"/>
                </a:solidFill>
                <a:latin typeface="Helvetica Neue"/>
              </a:rPr>
              <a:t>73% of owners report anxiety, no live walk visibility.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4809" y="4018788"/>
            <a:ext cx="2824330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82" b="1" i="0">
                <a:solidFill>
                  <a:srgbClr val="181822"/>
                </a:solidFill>
                <a:latin typeface="Helvetica Neue"/>
              </a:rPr>
              <a:t>Premium agencies stay tiny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345" y="4361688"/>
            <a:ext cx="4236496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35" b="0" i="0">
                <a:solidFill>
                  <a:srgbClr val="181822"/>
                </a:solidFill>
                <a:latin typeface="Helvetica Neue"/>
              </a:rPr>
              <a:t>Pet Society serves under 5,000 dogs at £35 per walk.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